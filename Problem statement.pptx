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  <p:sldMasterId id="2147483652" r:id="rId3"/>
  </p:sldMasterIdLst>
  <p:notesMasterIdLst>
    <p:notesMasterId r:id="rId6"/>
  </p:notesMasterIdLst>
  <p:sldIdLst>
    <p:sldId id="256" r:id="rId4"/>
    <p:sldId id="39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A338D"/>
    <a:srgbClr val="9966FF"/>
    <a:srgbClr val="6F3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6" autoAdjust="0"/>
    <p:restoredTop sz="96263" autoAdjust="0"/>
  </p:normalViewPr>
  <p:slideViewPr>
    <p:cSldViewPr snapToGrid="0">
      <p:cViewPr varScale="1">
        <p:scale>
          <a:sx n="76" d="100"/>
          <a:sy n="76" d="100"/>
        </p:scale>
        <p:origin x="136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slideMaster" Target="slideMasters/slideMaster2.xml"/><Relationship Id="rId7" Type="http://schemas.openxmlformats.org/officeDocument/2006/relationships/presProps" Target="presProps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2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B449E-A32A-4569-9A67-0E2BA73340DF}" type="datetimeFigureOut">
              <a:rPr lang="en-IN" smtClean="0"/>
              <a:pPr/>
              <a:t>27-01-2026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216EB-298F-4559-B67E-6CFCCB3FC8B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88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08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879F404-889A-41E8-8039-253617B82BB9}" type="datetime1">
              <a:rPr lang="en-IN" smtClean="0"/>
              <a:t>27-01-2026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36F50E2-80F6-4F10-8BC9-D2700E7F0C4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490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3" y="6042990"/>
            <a:ext cx="3837299" cy="815009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-1" y="877824"/>
            <a:ext cx="7686261" cy="1194816"/>
          </a:xfrm>
          <a:prstGeom prst="rect">
            <a:avLst/>
          </a:prstGeom>
          <a:solidFill>
            <a:srgbClr val="7130A2"/>
          </a:solidFill>
          <a:ln>
            <a:solidFill>
              <a:srgbClr val="713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9" name="Snip Diagonal Corner Rectangle 8"/>
          <p:cNvSpPr/>
          <p:nvPr/>
        </p:nvSpPr>
        <p:spPr>
          <a:xfrm rot="16200000">
            <a:off x="7734388" y="700328"/>
            <a:ext cx="1409992" cy="1335562"/>
          </a:xfrm>
          <a:prstGeom prst="snip2DiagRect">
            <a:avLst/>
          </a:prstGeom>
          <a:solidFill>
            <a:srgbClr val="7130A2"/>
          </a:solidFill>
          <a:ln>
            <a:solidFill>
              <a:srgbClr val="713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 anchorCtr="0"/>
          <a:lstStyle/>
          <a:p>
            <a:r>
              <a:rPr lang="en-US" b="1" spc="300" dirty="0" smtClean="0"/>
              <a:t>GOOD HEALTH CAN’T </a:t>
            </a:r>
          </a:p>
          <a:p>
            <a:r>
              <a:rPr lang="en-US" b="1" spc="300" dirty="0" smtClean="0"/>
              <a:t>WAIT.</a:t>
            </a:r>
            <a:endParaRPr lang="en-US" b="1" spc="300" dirty="0"/>
          </a:p>
        </p:txBody>
      </p:sp>
    </p:spTree>
    <p:extLst>
      <p:ext uri="{BB962C8B-B14F-4D97-AF65-F5344CB8AC3E}">
        <p14:creationId xmlns:p14="http://schemas.microsoft.com/office/powerpoint/2010/main" val="298310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5" y="6409496"/>
            <a:ext cx="1624186" cy="421609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</a:effectLst>
        </p:spPr>
      </p:pic>
      <p:cxnSp>
        <p:nvCxnSpPr>
          <p:cNvPr id="8" name="Straight Connector 7"/>
          <p:cNvCxnSpPr/>
          <p:nvPr userDrawn="1"/>
        </p:nvCxnSpPr>
        <p:spPr>
          <a:xfrm>
            <a:off x="0" y="6304524"/>
            <a:ext cx="9144000" cy="30015"/>
          </a:xfrm>
          <a:prstGeom prst="line">
            <a:avLst/>
          </a:prstGeom>
          <a:ln>
            <a:solidFill>
              <a:srgbClr val="713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flipV="1">
            <a:off x="13248" y="728870"/>
            <a:ext cx="9117500" cy="26623"/>
          </a:xfrm>
          <a:prstGeom prst="line">
            <a:avLst/>
          </a:prstGeom>
          <a:ln w="57150">
            <a:solidFill>
              <a:srgbClr val="713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Block Arc 1"/>
          <p:cNvSpPr/>
          <p:nvPr userDrawn="1"/>
        </p:nvSpPr>
        <p:spPr>
          <a:xfrm>
            <a:off x="8309114" y="6092172"/>
            <a:ext cx="477078" cy="437322"/>
          </a:xfrm>
          <a:prstGeom prst="blockArc">
            <a:avLst/>
          </a:prstGeom>
          <a:solidFill>
            <a:srgbClr val="9A57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Block Arc 5"/>
          <p:cNvSpPr/>
          <p:nvPr userDrawn="1"/>
        </p:nvSpPr>
        <p:spPr>
          <a:xfrm rot="10800000">
            <a:off x="8311916" y="6136782"/>
            <a:ext cx="477078" cy="437322"/>
          </a:xfrm>
          <a:prstGeom prst="blockArc">
            <a:avLst/>
          </a:prstGeom>
          <a:solidFill>
            <a:srgbClr val="9A57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7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788" y="1271587"/>
            <a:ext cx="588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IPDO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750" y="2580810"/>
            <a:ext cx="87361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632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images </a:t>
            </a:r>
            <a:r>
              <a:rPr lang="en-US" sz="2800" b="1" dirty="0" smtClean="0">
                <a:solidFill>
                  <a:srgbClr val="632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Size Distribution </a:t>
            </a:r>
            <a:r>
              <a:rPr lang="en-US" sz="2800" b="1" dirty="0">
                <a:solidFill>
                  <a:srgbClr val="632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800" b="1" dirty="0" smtClean="0">
                <a:solidFill>
                  <a:srgbClr val="632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Swallowed Resin</a:t>
            </a:r>
          </a:p>
          <a:p>
            <a:pPr algn="ctr"/>
            <a:r>
              <a:rPr lang="en-US" sz="2800" b="1" dirty="0" smtClean="0">
                <a:solidFill>
                  <a:srgbClr val="632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800" b="1" dirty="0">
              <a:solidFill>
                <a:srgbClr val="632B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 smtClean="0">
              <a:solidFill>
                <a:srgbClr val="632B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solidFill>
                <a:srgbClr val="632B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 smtClean="0">
              <a:solidFill>
                <a:srgbClr val="632B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solidFill>
                <a:srgbClr val="632B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smtClean="0">
                <a:solidFill>
                  <a:srgbClr val="632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ACT </a:t>
            </a:r>
            <a:r>
              <a:rPr lang="en-US" sz="2800" b="1" dirty="0" smtClean="0">
                <a:solidFill>
                  <a:srgbClr val="632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endParaRPr lang="en-US" sz="2800" b="1" dirty="0">
              <a:solidFill>
                <a:srgbClr val="632B8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TBClassificationH1122802947"/>
          <p:cNvSpPr txBox="1"/>
          <p:nvPr/>
        </p:nvSpPr>
        <p:spPr>
          <a:xfrm>
            <a:off x="0" y="0"/>
            <a:ext cx="9144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pPr algn="ctr"/>
            <a:r>
              <a:rPr lang="en-IN" sz="1100" b="1" smtClean="0">
                <a:solidFill>
                  <a:srgbClr val="653294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11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IN" sz="1100" b="1" smtClean="0">
                <a:solidFill>
                  <a:srgbClr val="1A237E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  <a:endParaRPr lang="en-IN" sz="1100" b="1">
              <a:solidFill>
                <a:srgbClr val="1A237E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22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00959" y="6324859"/>
            <a:ext cx="1028700" cy="498234"/>
          </a:xfrm>
        </p:spPr>
        <p:txBody>
          <a:bodyPr/>
          <a:lstStyle/>
          <a:p>
            <a:fld id="{936F50E2-80F6-4F10-8BC9-D2700E7F0C4C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129020" y="2165844"/>
            <a:ext cx="3014980" cy="33239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/>
              <a:t>* </a:t>
            </a:r>
            <a:r>
              <a:rPr lang="en-US" sz="2000" b="1" dirty="0" smtClean="0"/>
              <a:t>Problem </a:t>
            </a:r>
            <a:r>
              <a:rPr lang="en-US" sz="2000" b="1" dirty="0" smtClean="0"/>
              <a:t>statement </a:t>
            </a:r>
            <a:r>
              <a:rPr lang="en-US" sz="2000" dirty="0" smtClean="0"/>
              <a:t>is these </a:t>
            </a:r>
            <a:r>
              <a:rPr lang="en-US" sz="2000" dirty="0"/>
              <a:t>are the swallowed </a:t>
            </a:r>
            <a:r>
              <a:rPr lang="en-US" sz="2000" dirty="0" smtClean="0"/>
              <a:t>resin, contract of inside and out side are same. Having problem to do automatic image analysis to get size distribution </a:t>
            </a:r>
            <a:r>
              <a:rPr lang="en-US" sz="2000" dirty="0" smtClean="0"/>
              <a:t>data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 ** Two batches data with 5 different time points are uploaded</a:t>
            </a:r>
            <a:endParaRPr lang="en-US" sz="2000" dirty="0" smtClean="0"/>
          </a:p>
        </p:txBody>
      </p:sp>
      <p:sp>
        <p:nvSpPr>
          <p:cNvPr id="12" name="GTBClassificationH45517590"/>
          <p:cNvSpPr txBox="1"/>
          <p:nvPr/>
        </p:nvSpPr>
        <p:spPr>
          <a:xfrm>
            <a:off x="0" y="0"/>
            <a:ext cx="9144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pPr algn="ctr"/>
            <a:r>
              <a:rPr lang="en-IN" sz="1100" b="1" smtClean="0">
                <a:solidFill>
                  <a:srgbClr val="653294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11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IN" sz="1100" b="1" smtClean="0">
                <a:solidFill>
                  <a:srgbClr val="1A237E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  <a:endParaRPr lang="en-IN" sz="1100" b="1">
              <a:solidFill>
                <a:srgbClr val="1A237E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" y="841229"/>
            <a:ext cx="2931710" cy="244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600" y="841229"/>
            <a:ext cx="2931710" cy="244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145" y="3460308"/>
            <a:ext cx="2931710" cy="244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" y="3460308"/>
            <a:ext cx="2931710" cy="2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7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sone Sample Prep" id="{A7AC6C65-D92B-49CE-8660-919D1BD28EFF}" vid="{9FEF2FEF-5394-4389-95CA-4938F42A6288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sone Sample Prep" id="{A7AC6C65-D92B-49CE-8660-919D1BD28EFF}" vid="{6A87E901-AD3A-42ED-8EE0-02612C3738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GTBClassification>
  <attrValue xml:space="preserve">Internal</attrValue>
  <customPropName>Classification</customPropName>
  <timestamp>1/5/2026 12:23:55 PM</timestamp>
  <userName>CORP\P00063660</userName>
  <computerName>INIPDOL63660.CORP.DRREDDYS.COM</computerName>
  <guid>{d9574496-76e4-4939-a28a-202afb9abaf0}</guid>
  <hdr>
    <align>center</align>
    <r>
      <fontName>arial</fontName>
      <fontColor>653294</fontColor>
      <fontSize>11</fontSize>
      <b/>
      <text xml:space="preserve">Classification:</text>
    </r>
    <r>
      <fontName>arial</fontName>
      <fontColor>000000</fontColor>
      <fontSize>11</fontSize>
      <text xml:space="preserve"> </text>
    </r>
    <r>
      <fontName>arial</fontName>
      <fontColor>1A237E</fontColor>
      <fontSize>11</fontSize>
      <b/>
      <text xml:space="preserve">Internal</text>
    </r>
  </hdr>
</GTBClassificatio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853D54D835C747B95EFECA21502DC3" ma:contentTypeVersion="21" ma:contentTypeDescription="Create a new document." ma:contentTypeScope="" ma:versionID="2e61df88438cc008cf2e17d44cc93e47">
  <xsd:schema xmlns:xsd="http://www.w3.org/2001/XMLSchema" xmlns:xs="http://www.w3.org/2001/XMLSchema" xmlns:p="http://schemas.microsoft.com/office/2006/metadata/properties" xmlns:ns2="c7660e40-d8c6-4ff0-873e-b078e7b9f19a" xmlns:ns3="78dec1c5-1251-4ee1-b7f4-a4fdbd4ca48f" targetNamespace="http://schemas.microsoft.com/office/2006/metadata/properties" ma:root="true" ma:fieldsID="2ffd183ed83ac3ac588357482a1e9256" ns2:_="" ns3:_="">
    <xsd:import namespace="c7660e40-d8c6-4ff0-873e-b078e7b9f19a"/>
    <xsd:import namespace="78dec1c5-1251-4ee1-b7f4-a4fdbd4ca48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60e40-d8c6-4ff0-873e-b078e7b9f19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2d1fee2-5b30-4d3c-9c42-d885fdbbc8ea}" ma:internalName="TaxCatchAll" ma:showField="CatchAllData" ma:web="c7660e40-d8c6-4ff0-873e-b078e7b9f1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dec1c5-1251-4ee1-b7f4-a4fdbd4ca4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1a3b04c-5651-4426-bba6-84f608af0f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dec1c5-1251-4ee1-b7f4-a4fdbd4ca48f">
      <Terms xmlns="http://schemas.microsoft.com/office/infopath/2007/PartnerControls"/>
    </lcf76f155ced4ddcb4097134ff3c332f>
    <TaxCatchAll xmlns="c7660e40-d8c6-4ff0-873e-b078e7b9f19a" xsi:nil="true"/>
  </documentManagement>
</p:properties>
</file>

<file path=customXml/itemProps1.xml><?xml version="1.0" encoding="utf-8"?>
<ds:datastoreItem xmlns:ds="http://schemas.openxmlformats.org/officeDocument/2006/customXml" ds:itemID="{448AA912-C7D9-4C00-B6E4-03986D1391C9}">
  <ds:schemaRefs/>
</ds:datastoreItem>
</file>

<file path=customXml/itemProps2.xml><?xml version="1.0" encoding="utf-8"?>
<ds:datastoreItem xmlns:ds="http://schemas.openxmlformats.org/officeDocument/2006/customXml" ds:itemID="{6655CA0D-FDEB-4834-9532-EE4D8557D220}"/>
</file>

<file path=customXml/itemProps3.xml><?xml version="1.0" encoding="utf-8"?>
<ds:datastoreItem xmlns:ds="http://schemas.openxmlformats.org/officeDocument/2006/customXml" ds:itemID="{299BD44C-09F2-4788-828A-24E2DE0E043D}"/>
</file>

<file path=customXml/itemProps4.xml><?xml version="1.0" encoding="utf-8"?>
<ds:datastoreItem xmlns:ds="http://schemas.openxmlformats.org/officeDocument/2006/customXml" ds:itemID="{7CF0919E-3CC9-465E-A884-414C466CB17B}"/>
</file>

<file path=docProps/app.xml><?xml version="1.0" encoding="utf-8"?>
<Properties xmlns="http://schemas.openxmlformats.org/officeDocument/2006/extended-properties" xmlns:vt="http://schemas.openxmlformats.org/officeDocument/2006/docPropsVTypes">
  <Template>Dapsone Sample Prep</Template>
  <TotalTime>43483</TotalTime>
  <Words>60</Words>
  <Application>Microsoft Office PowerPoint</Application>
  <PresentationFormat>On-screen Show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</vt:lpstr>
      <vt:lpstr>Calibri</vt:lpstr>
      <vt:lpstr>Calibri Light</vt:lpstr>
      <vt:lpstr>Times New Roman</vt:lpstr>
      <vt:lpstr>Theme1</vt:lpstr>
      <vt:lpstr>Custom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Central Ganesha</dc:creator>
  <cp:keywords>ClassificationData:&lt;Classification:Internal&gt;</cp:keywords>
  <cp:lastModifiedBy>Archan Dey</cp:lastModifiedBy>
  <cp:revision>924</cp:revision>
  <dcterms:created xsi:type="dcterms:W3CDTF">2015-08-10T06:07:01Z</dcterms:created>
  <dcterms:modified xsi:type="dcterms:W3CDTF">2026-01-27T07:43:18Z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CORP\P00063660</vt:lpwstr>
  </property>
  <property fmtid="{D5CDD505-2E9C-101B-9397-08002B2CF9AE}" pid="4" name="ClassificationHost">
    <vt:lpwstr>INIPDOL63660.CORP.DRREDDYS.COM</vt:lpwstr>
  </property>
  <property fmtid="{D5CDD505-2E9C-101B-9397-08002B2CF9AE}" pid="5" name="ClassificationDate">
    <vt:lpwstr>1/5/2026 12:23:55 PM</vt:lpwstr>
  </property>
  <property fmtid="{D5CDD505-2E9C-101B-9397-08002B2CF9AE}" pid="6" name="ClassificationGUID">
    <vt:lpwstr>{d9574496-76e4-4939-a28a-202afb9abaf0}</vt:lpwstr>
  </property>
  <property fmtid="{D5CDD505-2E9C-101B-9397-08002B2CF9AE}" pid="7" name="ContentTypeId">
    <vt:lpwstr>0x01010086853D54D835C747B95EFECA21502DC3</vt:lpwstr>
  </property>
</Properties>
</file>